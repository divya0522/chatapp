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7" r:id="rId3"/>
    <p:sldId id="258" r:id="rId4"/>
    <p:sldId id="259" r:id="rId5"/>
    <p:sldId id="260" r:id="rId6"/>
    <p:sldId id="262" r:id="rId7"/>
    <p:sldId id="270" r:id="rId8"/>
    <p:sldId id="269" r:id="rId9"/>
    <p:sldId id="271" r:id="rId10"/>
    <p:sldId id="27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wmya Andela" userId="096184eaf896c092" providerId="LiveId" clId="{D6DA2177-3776-4745-92C7-DB79B57CBB0F}"/>
    <pc:docChg chg="modSld">
      <pc:chgData name="Sowmya Andela" userId="096184eaf896c092" providerId="LiveId" clId="{D6DA2177-3776-4745-92C7-DB79B57CBB0F}" dt="2026-02-25T17:46:03.808" v="3" actId="20577"/>
      <pc:docMkLst>
        <pc:docMk/>
      </pc:docMkLst>
      <pc:sldChg chg="modSp mod">
        <pc:chgData name="Sowmya Andela" userId="096184eaf896c092" providerId="LiveId" clId="{D6DA2177-3776-4745-92C7-DB79B57CBB0F}" dt="2026-02-25T17:46:03.808" v="3" actId="20577"/>
        <pc:sldMkLst>
          <pc:docMk/>
          <pc:sldMk cId="279414124" sldId="268"/>
        </pc:sldMkLst>
        <pc:spChg chg="mod">
          <ac:chgData name="Sowmya Andela" userId="096184eaf896c092" providerId="LiveId" clId="{D6DA2177-3776-4745-92C7-DB79B57CBB0F}" dt="2026-02-25T17:46:03.808" v="3" actId="20577"/>
          <ac:spMkLst>
            <pc:docMk/>
            <pc:sldMk cId="279414124" sldId="268"/>
            <ac:spMk id="5" creationId="{6348558A-8A19-11C6-B05F-ED14E558378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5B281-338B-2DE5-BADD-EFFAA6341B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76FDA6-ACCF-59D1-56C7-E82458B565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79D69-6014-383F-2758-904B56CF3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092D-1751-4E9A-8C50-4AAE71E5A46C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2D097-3AB8-9DD1-7953-07F2E8459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32D14-E299-AB1E-22CB-543A0252C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BF9C-960F-4593-A59E-1BBAF98832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798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67EF7-DC72-3D54-5CDD-C9CD63EDC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54167-FB8D-E609-CF0E-B3CDEBBFE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7ED9C-B022-2EBB-E6C9-DFDCE61DD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092D-1751-4E9A-8C50-4AAE71E5A46C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4E687-C0FA-F2D4-2E89-A3D520A46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70A9C-CEF6-CE76-E217-079D23340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BF9C-960F-4593-A59E-1BBAF98832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362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CBBAE-0BA7-8D5A-5896-117F0985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1E248-0A44-0509-A802-50DF2F495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77D4C-E500-744B-BCEC-4BAD2882D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092D-1751-4E9A-8C50-4AAE71E5A46C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B4E5A-21E8-8BE6-3FC4-66EB74D19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623B3-6043-C14F-D499-FF54FD7A4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BF9C-960F-4593-A59E-1BBAF98832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673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20B6A-281D-11B3-AD86-B7D419C1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BE3A8-5674-8C29-6575-8DB739E6A7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8B71A0-211D-046E-223E-C96FE32CF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8607A-6900-7ED2-2F82-8FD987A23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092D-1751-4E9A-8C50-4AAE71E5A46C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52B7D-8CD2-BC28-4496-2D6171E95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A3A1CA-FAD5-993D-A747-B4F03CD17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BF9C-960F-4593-A59E-1BBAF98832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148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3F1F4-79D2-92BB-B0FF-461200522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E3632-1B17-38BE-0E72-03E8E4A47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73365-4BD6-16D4-D8BD-B594D3D00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21E213-2410-5C30-B6A9-28B3B63A20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79FC54-DC41-2AF1-9252-961D55953A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0ABA68-ECBA-92E3-5149-D910E015F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092D-1751-4E9A-8C50-4AAE71E5A46C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EDF973-021C-67F6-99A2-B9782F539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0C5485-EA09-FC37-5AB6-E34629F3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BF9C-960F-4593-A59E-1BBAF98832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553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4730D-7EFA-3FAE-0683-5C08D0923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CB8504-1D16-E55A-EB11-AD4B04F40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092D-1751-4E9A-8C50-4AAE71E5A46C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3878ED-5783-74EA-F29E-A4339BB59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978987-D79C-EA2B-D9D8-FCA4A1BE0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BF9C-960F-4593-A59E-1BBAF98832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54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9EB49-DD82-9675-F18E-74422FD98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092D-1751-4E9A-8C50-4AAE71E5A46C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C8B33B-DF06-1211-99E1-7243D5DED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70C2C-2C98-F2AF-A986-930D66739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BF9C-960F-4593-A59E-1BBAF98832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680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457F3-8640-360E-DCD3-A3FCBF13B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DBC11-79EC-1DC8-2367-65BC75579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94904A-401C-419D-E4D4-501A3EC70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FB241-05D3-8DE4-A593-B05BB3343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092D-1751-4E9A-8C50-4AAE71E5A46C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4C3C4-B9F8-7813-28FD-8C5D6E318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85084-D58B-504F-861B-683BF4058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BF9C-960F-4593-A59E-1BBAF98832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433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C0AA6-B291-F029-0C9C-5BBCECC49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0BD53A-F683-BE84-305A-B7913BA406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DD48B3-3974-2FFA-FFD9-02D422BBD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D12CA-C005-7199-FB9A-57F77A2CD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092D-1751-4E9A-8C50-4AAE71E5A46C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61F96-B30A-BFB3-6C7A-14B4A1CAC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DFEDE-9FEE-580F-9E4E-434E79D2F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BF9C-960F-4593-A59E-1BBAF98832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56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38186-9600-4C0A-55C1-72D714A0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2F1A27-808D-BED8-3CD4-A37D1B6D1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2AA65-C575-7A80-B9DA-BFE26A2E8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092D-1751-4E9A-8C50-4AAE71E5A46C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31E80-2DF4-55DE-A344-2DF78909D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AF2D0-4198-286C-A54F-75975C4A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BF9C-960F-4593-A59E-1BBAF98832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14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5C80E2-A555-7E5B-1C07-3E147269DB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908A6B-EB39-42ED-008C-49F09AF4ED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6E82F-399D-56D7-3281-C159FB3ED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092D-1751-4E9A-8C50-4AAE71E5A46C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42638-134A-62C4-F66F-1449E4506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2043F-62AC-63BA-1194-E9861657A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BF9C-960F-4593-A59E-1BBAF98832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877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AD9D81-5912-80F5-C44C-84145D046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78DCB-8262-3C65-EDA0-5B4AE9D97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86D45-8F78-6D28-C8DD-3F04381EF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C8092D-1751-4E9A-8C50-4AAE71E5A46C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31908-D845-8586-A154-24333371E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9AF8D-8177-AF14-F19D-28C611D9A9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22BF9C-960F-4593-A59E-1BBAF98832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3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E1F799-3F52-58A0-8D9F-172333511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61" y="0"/>
            <a:ext cx="10577477" cy="16826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4FA893-EB24-9230-CC51-9CEFBE63CB2C}"/>
              </a:ext>
            </a:extLst>
          </p:cNvPr>
          <p:cNvSpPr txBox="1"/>
          <p:nvPr/>
        </p:nvSpPr>
        <p:spPr>
          <a:xfrm>
            <a:off x="3293807" y="2243903"/>
            <a:ext cx="673509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Health Connect</a:t>
            </a:r>
            <a:endParaRPr lang="en-IN" sz="5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48558A-8A19-11C6-B05F-ED14E558378D}"/>
              </a:ext>
            </a:extLst>
          </p:cNvPr>
          <p:cNvSpPr txBox="1"/>
          <p:nvPr/>
        </p:nvSpPr>
        <p:spPr>
          <a:xfrm>
            <a:off x="6912077" y="3972739"/>
            <a:ext cx="45916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BATCH:A05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Members: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22BQ1A0522- B.DIVYA SRI LAKSHMI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22BQ1A0523 – K.BHAVANA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22BQ1A0524 – B. KEERTHANA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22BQ1A0525 – B.PRAVALLIKA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22BQ1A0526 – B.RITHWIK RAO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E926A8-66CD-ADE4-E3A8-3ADCD0A52D1A}"/>
              </a:ext>
            </a:extLst>
          </p:cNvPr>
          <p:cNvSpPr txBox="1"/>
          <p:nvPr/>
        </p:nvSpPr>
        <p:spPr>
          <a:xfrm>
            <a:off x="688258" y="5147865"/>
            <a:ext cx="35396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N. LASKHMI PRASANNA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(Associate Professor)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14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37BEE3-4647-0804-CFB3-FBA8ED563C24}"/>
              </a:ext>
            </a:extLst>
          </p:cNvPr>
          <p:cNvSpPr txBox="1"/>
          <p:nvPr/>
        </p:nvSpPr>
        <p:spPr>
          <a:xfrm>
            <a:off x="432619" y="594071"/>
            <a:ext cx="2438400" cy="701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endParaRPr lang="en-IN" sz="3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FFADBB-FE42-2A46-82C0-1819A5B5445F}"/>
              </a:ext>
            </a:extLst>
          </p:cNvPr>
          <p:cNvSpPr txBox="1"/>
          <p:nvPr/>
        </p:nvSpPr>
        <p:spPr>
          <a:xfrm>
            <a:off x="432618" y="1466856"/>
            <a:ext cx="10481187" cy="6500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Background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our visit to Tadikonda village, we found that government hospitals in rural areas face major challenges due to a shortage of senior doctors and delayed treatment for common illnesses.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Project Was Chosen: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wanted to develop a system that ensures rural citizens receive timely medical support by connecting them digitally with available doctors.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Society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strengthens rural healthcare infrastructure through a centralized platform that connects patients, junior doctors, and senior doctors—promoting faster response and improved health outcomes.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685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667C3-7AB2-031A-84DD-009DCCD89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AC4EE4-4AEA-25B3-AD04-79576CC1C5F7}"/>
              </a:ext>
            </a:extLst>
          </p:cNvPr>
          <p:cNvSpPr txBox="1"/>
          <p:nvPr/>
        </p:nvSpPr>
        <p:spPr>
          <a:xfrm>
            <a:off x="432619" y="317090"/>
            <a:ext cx="11326761" cy="5998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lang="en-US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Goals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communication between patients and doctors through a  helpline and web portal.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centralized system to store and manage patient health records.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guided diagnosis, treatment, and structured follow-ups.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case escalation mechanism for critical conditions.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medical accessibility in rural areas.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diagnosis and consultation process.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coordination between different levels of doctors.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 patient record management and tracking.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228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3A40F-6FCA-528D-563F-77339E127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DA8893-4468-3C54-0E22-032C3C9E75F2}"/>
              </a:ext>
            </a:extLst>
          </p:cNvPr>
          <p:cNvSpPr txBox="1"/>
          <p:nvPr/>
        </p:nvSpPr>
        <p:spPr>
          <a:xfrm>
            <a:off x="432619" y="160654"/>
            <a:ext cx="11326761" cy="6700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areas often face severe delays in medical treatment due to a shortage of senior doctors and limited communication between patients and healthcare providers. Villagers struggle to access timely guidance for even minor health issues. To address this, a centralized digital system is needed to connect patients, helper doctors, and specialists, ensuring faster diagnosis, treatment, and data-driven health management.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 Identified: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senior doctors in rural hospitals.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in attending even minor health issues.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medical records and tracking systems.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quick doctor-patient communication.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Solving These Issues: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rural healthcare accessibility will reduce treatment delays, enhance medical coordination, and ensure better health outcomes for villagers.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9484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43CD2-6724-F8A6-E4C5-26E708649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98882B-8617-EF60-09DC-38C29C32E280}"/>
              </a:ext>
            </a:extLst>
          </p:cNvPr>
          <p:cNvSpPr txBox="1"/>
          <p:nvPr/>
        </p:nvSpPr>
        <p:spPr>
          <a:xfrm>
            <a:off x="432619" y="317090"/>
            <a:ext cx="11326761" cy="6269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Approach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Followed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community visit to identify rural healthcare challenges and treatment delays.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system roles — Patient, Helper Doctor, Junior Doctor, Senior Doctor, and Admin.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centralized digital platform for case reporting and healthcare communication.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role-based modules with diagnosis, escalation, and follow-up features.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and tested the complete workflow for structured case tracking and treatment support.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/ Resources Used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MERN Stack (MongoDB, Express.js, React.js, Node.js)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Role-Based Access Control (RBAC)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RESTful API Integration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Database for Medical Records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149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3FB3B-CFB8-6E7F-B6F2-FB909CF8D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56EB81B-1E4A-E78A-5891-62FFBEF7E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918972"/>
              </p:ext>
            </p:extLst>
          </p:nvPr>
        </p:nvGraphicFramePr>
        <p:xfrm>
          <a:off x="478971" y="925286"/>
          <a:ext cx="11201400" cy="56716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43757">
                  <a:extLst>
                    <a:ext uri="{9D8B030D-6E8A-4147-A177-3AD203B41FA5}">
                      <a16:colId xmlns:a16="http://schemas.microsoft.com/office/drawing/2014/main" val="2971096758"/>
                    </a:ext>
                  </a:extLst>
                </a:gridCol>
                <a:gridCol w="3062895">
                  <a:extLst>
                    <a:ext uri="{9D8B030D-6E8A-4147-A177-3AD203B41FA5}">
                      <a16:colId xmlns:a16="http://schemas.microsoft.com/office/drawing/2014/main" val="956213231"/>
                    </a:ext>
                  </a:extLst>
                </a:gridCol>
                <a:gridCol w="7294748">
                  <a:extLst>
                    <a:ext uri="{9D8B030D-6E8A-4147-A177-3AD203B41FA5}">
                      <a16:colId xmlns:a16="http://schemas.microsoft.com/office/drawing/2014/main" val="2111111757"/>
                    </a:ext>
                  </a:extLst>
                </a:gridCol>
              </a:tblGrid>
              <a:tr h="285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9318226"/>
                  </a:ext>
                </a:extLst>
              </a:tr>
              <a:tr h="6429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Community Visit &amp; Problem Study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Visited Tadikonda village, identified shortage of senior doctors, observed delays in treatment and lack of structured communication.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8120536"/>
                  </a:ext>
                </a:extLst>
              </a:tr>
              <a:tr h="7639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 Analysis &amp; Role Definition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system users (Patient, Helper Doctor, Junior Doctor, Senior Doctor, Admin) and defined their responsibilities and workflow chain.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764253"/>
                  </a:ext>
                </a:extLst>
              </a:tr>
              <a:tr h="7639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Design &amp; Architecture Planning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Designed role-based healthcare workflow, centralized database structure, case escalation model, and helpline + website reporting system.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60475"/>
                  </a:ext>
                </a:extLst>
              </a:tr>
              <a:tr h="6429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 &amp; Helpline Module Development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patient registration, complaint submission form, and helper doctor case entry system for villagers without internet access.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7333413"/>
                  </a:ext>
                </a:extLst>
              </a:tr>
              <a:tr h="6429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Doctor Modules Development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Built Junior Doctor module (diagnosis, prescription, follow-up) and Senior Doctor module (case review, specialist guidance, escalation handling).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2518087"/>
                  </a:ext>
                </a:extLst>
              </a:tr>
              <a:tr h="6429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 Dashboard &amp; Data Management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centralized medical record storage, case tracking system, doctor assignment monitoring, and overall system control panel.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3247855"/>
                  </a:ext>
                </a:extLst>
              </a:tr>
              <a:tr h="6429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Integration &amp; Workflow Implementation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Connected all modules to enable real-time case flow from patient → junior doctor → senior doctor with structured follow-up process.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5025129"/>
                  </a:ext>
                </a:extLst>
              </a:tr>
              <a:tr h="6429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&amp; Validation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Tested case submission, diagnosis flow, escalation process, and simulated rural healthcare scenarios to ensure smooth functioning.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680840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32085EE-89FE-7486-84DF-5CEAE85EB2B0}"/>
              </a:ext>
            </a:extLst>
          </p:cNvPr>
          <p:cNvSpPr txBox="1"/>
          <p:nvPr/>
        </p:nvSpPr>
        <p:spPr>
          <a:xfrm>
            <a:off x="391886" y="250371"/>
            <a:ext cx="58347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Plan</a:t>
            </a:r>
          </a:p>
        </p:txBody>
      </p:sp>
    </p:spTree>
    <p:extLst>
      <p:ext uri="{BB962C8B-B14F-4D97-AF65-F5344CB8AC3E}">
        <p14:creationId xmlns:p14="http://schemas.microsoft.com/office/powerpoint/2010/main" val="2897191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0483A-BA84-EF69-4E3A-227C44B97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F8B5E2-217C-5BD6-9CE5-22F23B804D31}"/>
              </a:ext>
            </a:extLst>
          </p:cNvPr>
          <p:cNvSpPr txBox="1"/>
          <p:nvPr/>
        </p:nvSpPr>
        <p:spPr>
          <a:xfrm>
            <a:off x="783770" y="1110343"/>
            <a:ext cx="10112829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Roles</a:t>
            </a:r>
          </a:p>
          <a:p>
            <a:endParaRPr lang="en-IN" sz="3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22BQ1A0522 – Patient Interaction Module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22BQ1A0523 – Junior Doctor Module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22BQ1A0524 – Specialist Doctor Module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22BQ1A0525 – Data Analytics &amp; Insights Module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22BQ1A0526 – Admin Dashboard Module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267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1ECF19-16DF-429D-A7B6-93B621319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5737"/>
            <a:ext cx="12192000" cy="648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665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52E26-1BA6-F728-9C8E-D4FBA43A7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0ACB1D-C50C-0A3D-DDC6-0CE7AFD03514}"/>
              </a:ext>
            </a:extLst>
          </p:cNvPr>
          <p:cNvSpPr txBox="1"/>
          <p:nvPr/>
        </p:nvSpPr>
        <p:spPr>
          <a:xfrm>
            <a:off x="432619" y="317090"/>
            <a:ext cx="11326761" cy="6269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/ Outcomes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Achievements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Successfully developed a centralized rural healthcare communication platform.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Implemented patient case reporting through website and helpline support.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Developed role-based modules for Helper Doctor, Junior Doctor, and Senior Doctor.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Enabled diagnosis, prescription upload, and structured follow-up tracking.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Implemented case escalation system for critical patient conditions.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Created admin dashboard for centralized record management and monitoring.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Benefits to Community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Faster reporting of health issues from rural patients.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Timely diagnosis and medical guidance from doctors.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Specialist intervention for serious cases through escalation.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Reduced communication gap between villagers and hospitals.</a:t>
            </a:r>
          </a:p>
        </p:txBody>
      </p:sp>
    </p:spTree>
    <p:extLst>
      <p:ext uri="{BB962C8B-B14F-4D97-AF65-F5344CB8AC3E}">
        <p14:creationId xmlns:p14="http://schemas.microsoft.com/office/powerpoint/2010/main" val="2012240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71CEAF-DEE8-C208-E810-E8CFE0C6E4E3}"/>
              </a:ext>
            </a:extLst>
          </p:cNvPr>
          <p:cNvSpPr txBox="1"/>
          <p:nvPr/>
        </p:nvSpPr>
        <p:spPr>
          <a:xfrm>
            <a:off x="326571" y="446314"/>
            <a:ext cx="11397343" cy="557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vs After Impact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Implementation: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visit-based consultations.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Delayed doctor responses.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centralized patient records.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structured follow-up system.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Implementation: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Digital complaint reporting system.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Faster doctor response and diagnosis.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medical record storage.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Structured escalation and follow-up process.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312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D1955-FE4F-DDD0-8B6C-2FC588FE5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247553-C8BF-EAE9-95F1-A3AE20B47415}"/>
              </a:ext>
            </a:extLst>
          </p:cNvPr>
          <p:cNvSpPr txBox="1"/>
          <p:nvPr/>
        </p:nvSpPr>
        <p:spPr>
          <a:xfrm>
            <a:off x="432619" y="83725"/>
            <a:ext cx="11326761" cy="6690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Encountered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Difficulty in understanding real rural healthcare communication gaps during initial study.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Designing a simple and user-friendly interface suitable for villagers and non-technical users.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Structuring a proper workflow between Patient, Junior Doctor, and Senior Doctor.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Implementing role-based access for multiple healthcare users.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Ensuring accurate case escalation and follow-up tracking.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 Applied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Conducted field visits and discussions to understand rural medical needs.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Designed a minimal, easy-to-use portal interface for accessibility.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Created a structured healthcare workflow model for case handling.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Implemented role-based modules for controlled system access.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Integrated escalation and monitoring features for effective treatment flow.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124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4E707-6398-CF10-5C43-602972BA7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E4CC6D-879D-663D-CBAA-18859B375691}"/>
              </a:ext>
            </a:extLst>
          </p:cNvPr>
          <p:cNvSpPr txBox="1"/>
          <p:nvPr/>
        </p:nvSpPr>
        <p:spPr>
          <a:xfrm>
            <a:off x="432619" y="63431"/>
            <a:ext cx="11326761" cy="6731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Learnings &amp; Skills Gained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Full-stack development using MERN Stack (MongoDB, Express.js, React.js, Node.js).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Designing role-based access control systems for multiple users.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Developing RESTful APIs for secure data communication.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Managing centralized medical record databases.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Teamwork &amp; Leadership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Coordinating development across multiple modules (Patient, Doctor, Admin).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Efficient task allocation based on team strengths.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Collaborative problem-solving during system integration and testing.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Awareness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Understanding real healthcare challenges in rural communities.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Recognizing the importance of structured communication in medical systems.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Realizing how technology can bridge rural–urban healthcare gaps.</a:t>
            </a:r>
          </a:p>
        </p:txBody>
      </p:sp>
    </p:spTree>
    <p:extLst>
      <p:ext uri="{BB962C8B-B14F-4D97-AF65-F5344CB8AC3E}">
        <p14:creationId xmlns:p14="http://schemas.microsoft.com/office/powerpoint/2010/main" val="926268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9C850-977E-227E-C608-C1EB63775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06E75F-F444-54C9-D6CC-A8BB17B12765}"/>
              </a:ext>
            </a:extLst>
          </p:cNvPr>
          <p:cNvSpPr txBox="1"/>
          <p:nvPr/>
        </p:nvSpPr>
        <p:spPr>
          <a:xfrm>
            <a:off x="432619" y="0"/>
            <a:ext cx="11326761" cy="6731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Health Connect is a centralized digital platform that bridges healthcare communication gaps in rural areas. It connects patients, helper doctors, junior doctors, and senior doctors through a structured workflow system. The platform enables efficient case reporting, diagnosis, escalation, and follow-up to ensure timely medical support for villagers.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 of multiple rural hospitals for wider doctor availability and case handling.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Implementation of real-time notification and alert systems for faster response.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Enhancement of admin analytics dashboard for healthcare monitoring.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Expansion into a scalable telemedicine support platform.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Acknowledgment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extend our sincere gratitude to our project guide, VVIT management, community members of Tadikonda village, and all mentors for their continuous guidance and support throughout the development of this project.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125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91B9A9-C5B6-38FC-3048-B7E925D1461F}"/>
              </a:ext>
            </a:extLst>
          </p:cNvPr>
          <p:cNvSpPr txBox="1"/>
          <p:nvPr/>
        </p:nvSpPr>
        <p:spPr>
          <a:xfrm>
            <a:off x="1356852" y="1951671"/>
            <a:ext cx="89080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57456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1289</Words>
  <Application>Microsoft Office PowerPoint</Application>
  <PresentationFormat>Widescreen</PresentationFormat>
  <Paragraphs>138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Sowmya Andela</dc:creator>
  <cp:lastModifiedBy>Sowmya Andela</cp:lastModifiedBy>
  <cp:revision>1</cp:revision>
  <dcterms:created xsi:type="dcterms:W3CDTF">2026-02-25T16:59:03Z</dcterms:created>
  <dcterms:modified xsi:type="dcterms:W3CDTF">2026-02-25T17:46:06Z</dcterms:modified>
</cp:coreProperties>
</file>